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94486-4FF1-6054-5AF7-FB49B65B2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0DFA3-083E-E4A5-618E-AB0DE8313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8300E-02F7-82E0-ED68-8A70FE32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258C4-6E20-3849-7165-EB531EE07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665DD-C949-61BC-9305-2FD7544E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188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B77E-C8E5-B8C6-AFF4-AC1EE2C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3FBA9-55B0-F96E-10AF-0510AF20E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2F1DD-7155-0D0A-7301-A91AE521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82777-4DAF-E198-6D96-190480AAF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673B0-6B93-727E-883E-3C1038C1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175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BFB6-8CBF-720E-B4CC-C8CAF78A2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0E9C6-3BB4-3D53-7A16-A25788AFE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A9A53-8534-3B6C-92B6-8A806A34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26FC4-6D25-850B-9CE6-9FBBCF810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74DE6-75D0-C2CB-78D2-B5DF07B9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535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90888-AAD3-001F-BF95-4193C51A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1D8FE-0E80-A677-E591-233CE76697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C9D11-2CFF-68E9-F414-634E74A13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31214-927A-27E9-0B4A-8918BDD33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E1750-7C89-3C99-EFBB-7A51143A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36CEBC-2AE0-86F5-7C7D-0ECBE49E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9426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C4A2-C0CE-0B0D-9681-01562D49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B0758-C0C2-16BD-7EFF-17A409DA4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6E3C7-FE8B-7E6E-0054-04B1D5DD6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60790-8F25-F3FA-4A52-55C3735C1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B915D4-3116-461B-4143-BF1F33024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3EE8EA-FB16-F5A6-7BB6-A3973AA8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ADB96-E454-43ED-6583-E6846974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218068-5FB3-EC85-D4FC-84301E70A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746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E68DD-EE4A-1D27-6060-F2F7D499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443A2-E6A1-5AB3-69C8-30564BBB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0F642-BFA5-A465-080E-A669860B5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81747-667D-09E4-7933-F9BA0379A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236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5D7E40-5E29-E35D-CDDE-E6889C382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B38A27-6747-6B85-BA3B-D09B7C5B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E21D5-F744-DF82-CCC6-66A7CFFA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09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43EB2-1272-CC92-DD4B-7823F8D58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C1528-2623-DBEF-26F2-095013573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5E1EA3-B9C1-BE15-4592-F7B336205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F7A3D-AAE5-2088-227D-9D61BC86F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8A59F-0432-A13D-A6AE-9AB54345F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D401-763C-AF3A-82DD-2ED19C4A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903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01070-016B-89C6-EE5A-7414AAB2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EE110D-4864-0E82-3CD2-20EB9732E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3C80C-DD80-FDFA-3973-FCDFDF5BD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E065E-567B-0A55-70C3-5F2AC8F58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30F56-866B-02BF-0CED-99BEDA8E7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360C2-6441-5DB9-0DDA-066F80FC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632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E26E0-E4B0-08E5-41BE-F717521E8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C06D6-D549-0325-2B44-C0D3D8B31F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DD65A-AD5A-8185-5A9D-DBABEC42B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4D210-0026-1C01-94C1-B77C77810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61A19-07B9-87D8-2A2A-300E50162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7412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E0BFED-EF88-447B-71E6-942F4819ED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62B33-1B06-0564-9034-1776DD179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DF126-7E5E-FCDA-FC27-7CEADF7E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AB270-1612-BED0-E74E-9A12804EC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BED87-4C11-FBF3-0109-0C13D6D6F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658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7995D1-5DA1-AD7F-3CDB-060AC45A1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E8346-8458-A758-EA84-5857F9E12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B0BEF-9518-5B60-D5C6-FC58004E5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4AA8A9-066D-2C45-9367-5AB1FC4B92DE}" type="datetimeFigureOut">
              <a:rPr lang="it-IT" smtClean="0"/>
              <a:t>29/08/26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7869D-D453-540B-5F2C-260FA651A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D95D5-1D36-0A47-D37E-0B9ACF236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3B013-3FF8-0143-A0E4-5CC2C8A36DF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681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DC4A4C0-EE8C-D745-5612-9B6F2638C05D}"/>
              </a:ext>
            </a:extLst>
          </p:cNvPr>
          <p:cNvGrpSpPr>
            <a:grpSpLocks noChangeAspect="1"/>
          </p:cNvGrpSpPr>
          <p:nvPr/>
        </p:nvGrpSpPr>
        <p:grpSpPr>
          <a:xfrm>
            <a:off x="3934516" y="3328272"/>
            <a:ext cx="5082414" cy="1364437"/>
            <a:chOff x="4242666" y="3589454"/>
            <a:chExt cx="4096274" cy="1099695"/>
          </a:xfrm>
        </p:grpSpPr>
        <p:grpSp>
          <p:nvGrpSpPr>
            <p:cNvPr id="5" name="Gruppo 11">
              <a:extLst>
                <a:ext uri="{FF2B5EF4-FFF2-40B4-BE49-F238E27FC236}">
                  <a16:creationId xmlns:a16="http://schemas.microsoft.com/office/drawing/2014/main" id="{5B0D8DC6-A5D4-6969-4A03-686EC3DCAC21}"/>
                </a:ext>
              </a:extLst>
            </p:cNvPr>
            <p:cNvGrpSpPr/>
            <p:nvPr/>
          </p:nvGrpSpPr>
          <p:grpSpPr>
            <a:xfrm>
              <a:off x="5508431" y="3674355"/>
              <a:ext cx="737754" cy="589789"/>
              <a:chOff x="2677588" y="504193"/>
              <a:chExt cx="598768" cy="478678"/>
            </a:xfrm>
          </p:grpSpPr>
          <p:sp>
            <p:nvSpPr>
              <p:cNvPr id="19" name="Rettangolo 12">
                <a:extLst>
                  <a:ext uri="{FF2B5EF4-FFF2-40B4-BE49-F238E27FC236}">
                    <a16:creationId xmlns:a16="http://schemas.microsoft.com/office/drawing/2014/main" id="{22880D03-BE06-7C7A-D3F2-6B63493B64D9}"/>
                  </a:ext>
                </a:extLst>
              </p:cNvPr>
              <p:cNvSpPr/>
              <p:nvPr/>
            </p:nvSpPr>
            <p:spPr>
              <a:xfrm>
                <a:off x="2677589" y="504193"/>
                <a:ext cx="598767" cy="47867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>
                  <a:shade val="8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it-IT" sz="1600">
                  <a:latin typeface="Gill Sans MT" panose="020B0502020104020203" pitchFamily="34" charset="77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Rettangolo 13">
                    <a:extLst>
                      <a:ext uri="{FF2B5EF4-FFF2-40B4-BE49-F238E27FC236}">
                        <a16:creationId xmlns:a16="http://schemas.microsoft.com/office/drawing/2014/main" id="{B89594B9-7543-6B5F-6BCB-D4E7220D50A0}"/>
                      </a:ext>
                    </a:extLst>
                  </p:cNvPr>
                  <p:cNvSpPr/>
                  <p:nvPr/>
                </p:nvSpPr>
                <p:spPr>
                  <a:xfrm>
                    <a:off x="2677588" y="504193"/>
                    <a:ext cx="598767" cy="478678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>
                      <a:hueOff val="0"/>
                      <a:satOff val="0"/>
                      <a:lumOff val="0"/>
                      <a:alphaOff val="0"/>
                    </a:schemeClr>
                  </a:fontRef>
                </p:style>
                <p:txBody>
                  <a:bodyPr spcFirstLastPara="0" vert="horz" wrap="square" lIns="9525" tIns="9525" rIns="9525" bIns="9525" numCol="1" spcCol="1270" anchor="ctr" anchorCtr="0">
                    <a:noAutofit/>
                  </a:bodyPr>
                  <a:lstStyle/>
                  <a:p>
                    <a:pPr algn="ctr" defTabSz="6667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sz="1600" b="0" i="1" smtClean="0">
                              <a:solidFill>
                                <a:prstClr val="black">
                                  <a:hueOff val="0"/>
                                  <a:satOff val="0"/>
                                  <a:lumOff val="0"/>
                                  <a:alphaOff val="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it-IT" sz="1600" b="0" i="1" smtClean="0">
                              <a:solidFill>
                                <a:prstClr val="black">
                                  <a:hueOff val="0"/>
                                  <a:satOff val="0"/>
                                  <a:lumOff val="0"/>
                                  <a:alphaOff val="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600" b="0" i="1" smtClean="0">
                              <a:solidFill>
                                <a:prstClr val="black">
                                  <a:hueOff val="0"/>
                                  <a:satOff val="0"/>
                                  <a:lumOff val="0"/>
                                  <a:alphaOff val="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it-IT" sz="1600" b="0" i="1" smtClean="0">
                              <a:solidFill>
                                <a:prstClr val="black">
                                  <a:hueOff val="0"/>
                                  <a:satOff val="0"/>
                                  <a:lumOff val="0"/>
                                  <a:alphaOff val="0"/>
                                </a:prst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GB" sz="1600" dirty="0">
                      <a:solidFill>
                        <a:prstClr val="black">
                          <a:hueOff val="0"/>
                          <a:satOff val="0"/>
                          <a:lumOff val="0"/>
                          <a:alphaOff val="0"/>
                        </a:prstClr>
                      </a:solidFill>
                      <a:latin typeface="Gill Sans MT" panose="020B0502020104020203" pitchFamily="34" charset="77"/>
                    </a:endParaRPr>
                  </a:p>
                </p:txBody>
              </p:sp>
            </mc:Choice>
            <mc:Fallback>
              <p:sp>
                <p:nvSpPr>
                  <p:cNvPr id="20" name="Rettangolo 13">
                    <a:extLst>
                      <a:ext uri="{FF2B5EF4-FFF2-40B4-BE49-F238E27FC236}">
                        <a16:creationId xmlns:a16="http://schemas.microsoft.com/office/drawing/2014/main" id="{B89594B9-7543-6B5F-6BCB-D4E7220D50A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7588" y="504193"/>
                    <a:ext cx="598767" cy="47867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" name="Connettore 2 31">
              <a:extLst>
                <a:ext uri="{FF2B5EF4-FFF2-40B4-BE49-F238E27FC236}">
                  <a16:creationId xmlns:a16="http://schemas.microsoft.com/office/drawing/2014/main" id="{23F18230-097F-7639-8C0F-D8C3B5CB6C76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7268267" y="3966706"/>
              <a:ext cx="1070673" cy="254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ttore 1 33">
              <a:extLst>
                <a:ext uri="{FF2B5EF4-FFF2-40B4-BE49-F238E27FC236}">
                  <a16:creationId xmlns:a16="http://schemas.microsoft.com/office/drawing/2014/main" id="{8A72023A-779C-E4F5-A906-8411DBD1C0AB}"/>
                </a:ext>
              </a:extLst>
            </p:cNvPr>
            <p:cNvCxnSpPr>
              <a:cxnSpLocks/>
            </p:cNvCxnSpPr>
            <p:nvPr/>
          </p:nvCxnSpPr>
          <p:spPr>
            <a:xfrm>
              <a:off x="7679602" y="3966706"/>
              <a:ext cx="0" cy="72244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ttore 2 37">
              <a:extLst>
                <a:ext uri="{FF2B5EF4-FFF2-40B4-BE49-F238E27FC236}">
                  <a16:creationId xmlns:a16="http://schemas.microsoft.com/office/drawing/2014/main" id="{A4BBDFC2-FD6D-4DB0-0D55-43EAC330A80F}"/>
                </a:ext>
              </a:extLst>
            </p:cNvPr>
            <p:cNvCxnSpPr>
              <a:cxnSpLocks/>
              <a:endCxn id="16" idx="4"/>
            </p:cNvCxnSpPr>
            <p:nvPr/>
          </p:nvCxnSpPr>
          <p:spPr>
            <a:xfrm flipV="1">
              <a:off x="4891601" y="4191056"/>
              <a:ext cx="1" cy="49058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ttore 2 53">
              <a:extLst>
                <a:ext uri="{FF2B5EF4-FFF2-40B4-BE49-F238E27FC236}">
                  <a16:creationId xmlns:a16="http://schemas.microsoft.com/office/drawing/2014/main" id="{33B557F2-BFF9-77DF-7F86-A11E3F5EC81A}"/>
                </a:ext>
              </a:extLst>
            </p:cNvPr>
            <p:cNvCxnSpPr>
              <a:cxnSpLocks/>
              <a:stCxn id="16" idx="6"/>
              <a:endCxn id="20" idx="1"/>
            </p:cNvCxnSpPr>
            <p:nvPr/>
          </p:nvCxnSpPr>
          <p:spPr>
            <a:xfrm>
              <a:off x="5113408" y="3969250"/>
              <a:ext cx="39502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ttore 2 56">
              <a:extLst>
                <a:ext uri="{FF2B5EF4-FFF2-40B4-BE49-F238E27FC236}">
                  <a16:creationId xmlns:a16="http://schemas.microsoft.com/office/drawing/2014/main" id="{C7C62A17-DFE1-A8C0-4588-8F31CD768E12}"/>
                </a:ext>
              </a:extLst>
            </p:cNvPr>
            <p:cNvCxnSpPr>
              <a:cxnSpLocks/>
              <a:endCxn id="16" idx="2"/>
            </p:cNvCxnSpPr>
            <p:nvPr/>
          </p:nvCxnSpPr>
          <p:spPr>
            <a:xfrm>
              <a:off x="4242666" y="3969250"/>
              <a:ext cx="427128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324D8A3-47F7-BC4B-2D19-B563FFD21E8B}"/>
                </a:ext>
              </a:extLst>
            </p:cNvPr>
            <p:cNvGrpSpPr/>
            <p:nvPr/>
          </p:nvGrpSpPr>
          <p:grpSpPr>
            <a:xfrm>
              <a:off x="4636478" y="3747443"/>
              <a:ext cx="485622" cy="443613"/>
              <a:chOff x="2682302" y="2754885"/>
              <a:chExt cx="485622" cy="443613"/>
            </a:xfrm>
          </p:grpSpPr>
          <p:sp>
            <p:nvSpPr>
              <p:cNvPr id="16" name="Ovale 21">
                <a:extLst>
                  <a:ext uri="{FF2B5EF4-FFF2-40B4-BE49-F238E27FC236}">
                    <a16:creationId xmlns:a16="http://schemas.microsoft.com/office/drawing/2014/main" id="{E25A256E-7FCE-C5D7-FE27-48D24510DE83}"/>
                  </a:ext>
                </a:extLst>
              </p:cNvPr>
              <p:cNvSpPr/>
              <p:nvPr/>
            </p:nvSpPr>
            <p:spPr>
              <a:xfrm>
                <a:off x="2715618" y="2754885"/>
                <a:ext cx="443613" cy="443613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00">
                  <a:solidFill>
                    <a:prstClr val="white"/>
                  </a:solidFill>
                  <a:latin typeface="Gill Sans MT" panose="020B0502020104020203" pitchFamily="34" charset="77"/>
                </a:endParaRPr>
              </a:p>
            </p:txBody>
          </p:sp>
          <p:sp>
            <p:nvSpPr>
              <p:cNvPr id="17" name="CasellaDiTesto 63">
                <a:extLst>
                  <a:ext uri="{FF2B5EF4-FFF2-40B4-BE49-F238E27FC236}">
                    <a16:creationId xmlns:a16="http://schemas.microsoft.com/office/drawing/2014/main" id="{65A6B33C-153D-BF87-F75C-660E7DEED0CB}"/>
                  </a:ext>
                </a:extLst>
              </p:cNvPr>
              <p:cNvSpPr txBox="1"/>
              <p:nvPr/>
            </p:nvSpPr>
            <p:spPr>
              <a:xfrm>
                <a:off x="2682302" y="2816525"/>
                <a:ext cx="354890" cy="2728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>
                    <a:solidFill>
                      <a:prstClr val="black"/>
                    </a:solidFill>
                    <a:latin typeface="Gill Sans MT" panose="020B0502020104020203" pitchFamily="34" charset="77"/>
                  </a:rPr>
                  <a:t>+</a:t>
                </a:r>
                <a:endParaRPr lang="en-GB" sz="1600" dirty="0">
                  <a:solidFill>
                    <a:prstClr val="black"/>
                  </a:solidFill>
                  <a:latin typeface="Gill Sans MT" panose="020B0502020104020203" pitchFamily="34" charset="77"/>
                </a:endParaRPr>
              </a:p>
            </p:txBody>
          </p:sp>
          <p:sp>
            <p:nvSpPr>
              <p:cNvPr id="18" name="CasellaDiTesto 64">
                <a:extLst>
                  <a:ext uri="{FF2B5EF4-FFF2-40B4-BE49-F238E27FC236}">
                    <a16:creationId xmlns:a16="http://schemas.microsoft.com/office/drawing/2014/main" id="{E1736B05-1A43-0681-CC4A-BE2014635093}"/>
                  </a:ext>
                </a:extLst>
              </p:cNvPr>
              <p:cNvSpPr txBox="1"/>
              <p:nvPr/>
            </p:nvSpPr>
            <p:spPr>
              <a:xfrm>
                <a:off x="2813034" y="2903603"/>
                <a:ext cx="354890" cy="2728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>
                    <a:solidFill>
                      <a:prstClr val="black"/>
                    </a:solidFill>
                    <a:latin typeface="Gill Sans MT" panose="020B0502020104020203" pitchFamily="34" charset="77"/>
                  </a:rPr>
                  <a:t>-</a:t>
                </a:r>
                <a:endParaRPr lang="en-GB" sz="1600" dirty="0">
                  <a:solidFill>
                    <a:prstClr val="black"/>
                  </a:solidFill>
                  <a:latin typeface="Gill Sans MT" panose="020B0502020104020203" pitchFamily="34" charset="77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2104244-679A-8CB3-584F-867E4418D210}"/>
                    </a:ext>
                  </a:extLst>
                </p:cNvPr>
                <p:cNvSpPr txBox="1"/>
                <p:nvPr/>
              </p:nvSpPr>
              <p:spPr>
                <a:xfrm>
                  <a:off x="4343808" y="3589454"/>
                  <a:ext cx="277774" cy="2728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16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it-IT" sz="1600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2104244-679A-8CB3-584F-867E4418D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3808" y="3589454"/>
                  <a:ext cx="277774" cy="27286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Connettore 1 33">
              <a:extLst>
                <a:ext uri="{FF2B5EF4-FFF2-40B4-BE49-F238E27FC236}">
                  <a16:creationId xmlns:a16="http://schemas.microsoft.com/office/drawing/2014/main" id="{6A43F31B-2052-DA19-8232-470E46A2B2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1601" y="4681637"/>
              <a:ext cx="2788001" cy="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ttangolo 13">
                <a:extLst>
                  <a:ext uri="{FF2B5EF4-FFF2-40B4-BE49-F238E27FC236}">
                    <a16:creationId xmlns:a16="http://schemas.microsoft.com/office/drawing/2014/main" id="{81266ABF-78E0-B666-EDDD-A04329BD3CA9}"/>
                  </a:ext>
                </a:extLst>
              </p:cNvPr>
              <p:cNvSpPr/>
              <p:nvPr/>
            </p:nvSpPr>
            <p:spPr>
              <a:xfrm>
                <a:off x="6773143" y="3430455"/>
                <a:ext cx="915359" cy="731775"/>
              </a:xfrm>
              <a:prstGeom prst="rect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9525" tIns="9525" rIns="9525" bIns="9525" numCol="1" spcCol="1270" anchor="ctr" anchorCtr="0">
                <a:noAutofit/>
              </a:bodyPr>
              <a:lstStyle/>
              <a:p>
                <a:pPr algn="ctr" defTabSz="6667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solidFill>
                            <a:prstClr val="black">
                              <a:hueOff val="0"/>
                              <a:satOff val="0"/>
                              <a:lumOff val="0"/>
                              <a:alphaOff val="0"/>
                            </a:prst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it-IT" sz="1600" b="0" i="1" smtClean="0">
                          <a:solidFill>
                            <a:prstClr val="black">
                              <a:hueOff val="0"/>
                              <a:satOff val="0"/>
                              <a:lumOff val="0"/>
                              <a:alphaOff val="0"/>
                            </a:prst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1600" b="0" i="1" smtClean="0">
                          <a:solidFill>
                            <a:prstClr val="black">
                              <a:hueOff val="0"/>
                              <a:satOff val="0"/>
                              <a:lumOff val="0"/>
                              <a:alphaOff val="0"/>
                            </a:prstClr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it-IT" sz="1600" b="0" i="1" smtClean="0">
                          <a:solidFill>
                            <a:prstClr val="black">
                              <a:hueOff val="0"/>
                              <a:satOff val="0"/>
                              <a:lumOff val="0"/>
                              <a:alphaOff val="0"/>
                            </a:prst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600" dirty="0">
                  <a:solidFill>
                    <a:prstClr val="black">
                      <a:hueOff val="0"/>
                      <a:satOff val="0"/>
                      <a:lumOff val="0"/>
                      <a:alphaOff val="0"/>
                    </a:prstClr>
                  </a:solidFill>
                  <a:latin typeface="Gill Sans MT" panose="020B0502020104020203" pitchFamily="34" charset="77"/>
                </a:endParaRPr>
              </a:p>
            </p:txBody>
          </p:sp>
        </mc:Choice>
        <mc:Fallback>
          <p:sp>
            <p:nvSpPr>
              <p:cNvPr id="22" name="Rettangolo 13">
                <a:extLst>
                  <a:ext uri="{FF2B5EF4-FFF2-40B4-BE49-F238E27FC236}">
                    <a16:creationId xmlns:a16="http://schemas.microsoft.com/office/drawing/2014/main" id="{81266ABF-78E0-B666-EDDD-A04329BD3C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143" y="3430455"/>
                <a:ext cx="915359" cy="731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ttore 2 31">
            <a:extLst>
              <a:ext uri="{FF2B5EF4-FFF2-40B4-BE49-F238E27FC236}">
                <a16:creationId xmlns:a16="http://schemas.microsoft.com/office/drawing/2014/main" id="{229E8961-4F5F-6022-8C5C-35EC78CDC6A2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6420361" y="3796343"/>
            <a:ext cx="352782" cy="31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381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Gill Sans MT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Jacopo Sini</dc:creator>
  <cp:lastModifiedBy>Jacopo Sini</cp:lastModifiedBy>
  <cp:revision>2</cp:revision>
  <dcterms:created xsi:type="dcterms:W3CDTF">2026-08-29T17:19:20Z</dcterms:created>
  <dcterms:modified xsi:type="dcterms:W3CDTF">2026-08-29T17:22:33Z</dcterms:modified>
</cp:coreProperties>
</file>